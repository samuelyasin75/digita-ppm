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373C1-8253-8BAE-A68D-D0F3A0D58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9B64D6-CF4B-7802-F6DA-D9D24A8AF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02A1F5-BF91-8F90-9BB5-1CA1D7E4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399B9C-604F-0F35-A204-C9E4A26B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85EB6-2558-F751-0ED4-51B37C33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17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DC54F-83D5-527D-9F01-09E91EC2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EA21C9-5901-E7DF-ADC7-3072CF21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9C454F-4DFC-F59B-5D34-FB388697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5836E2-9A87-A1A6-DA56-8E35DAF3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71B84A-9D91-26C7-7041-A84C81E1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61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A9820-E91B-1317-5601-32E17872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8B17E5-A959-26CE-743F-C0E381D3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CE6C91-65C9-2E9E-098E-46419D77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C18E09-6285-81BA-BC61-F4EFFBD6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7C8BCB-7F1E-7524-8357-5F76EA5D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82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AF25D-E068-B4D5-4860-24804740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C942D-2CD4-35AC-5517-97C70EF9C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A46DD8-440A-2913-BDC3-3F780F8B9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8CA361-2D8F-4600-6239-55F1D97F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598B76-8939-B4AA-E55A-FE00A46D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865A23-9BF8-D7B6-458C-32B94290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63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4243D-8027-7E19-BE87-ABA98369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0297D2-D78A-1653-C1CA-715CD2B3A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EB1C76-79FC-C357-3091-0F9FD0EDA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61D2FA-00A4-83A5-732A-1AA7D64D7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B45D24-AD84-E0CE-2251-C95195980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1EFC15-74F7-824F-3C8F-88F9965A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B7EFE6-1978-CE4B-060A-F1541B90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44A83A-721E-3BCA-7315-B5CED094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27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4591E-A4C6-E11E-CED9-36B5DB6B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E9E1FF-A01C-07F3-C573-2BB67096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2E5C9A-15F2-28FA-1237-C85289B2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4A7C8B-72A9-79A2-848F-F01C9DE4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19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727767E-FFC0-B3BE-B6FF-F748B8C7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6E5D79-C7CF-9ABA-AC2A-CD29BB10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712CAA-DF37-C8C5-9822-1394BD70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91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E51EE-77B0-1584-AE6D-5EA6A256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5D1FE5-FAD2-B527-EA57-315EB933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9F373C-E31A-4976-EA23-332221E15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3E5B77-ECB3-4B10-4232-D9604829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7916E3-B3BC-313F-123D-4B4D79B4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E3FCD7-4456-AD9C-FB85-207D789A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30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82F9D-B702-934A-AA7F-A6A3FB7F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C19E4D-7B81-0F6C-BA9E-209885ACB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F7D92D-417F-C429-1437-3DB25E627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0D876A-48F2-B54C-84C5-A01A4E2F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1840B7-B559-B50C-D22C-21DE97DE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8C0FE4-D56B-BE31-573E-1DE3AD8D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18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73921-95C1-5665-9906-AC785D1B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7B8B44-3CC8-CC85-CED9-4EF77B4B8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0F71BC-62B6-BED3-39F2-758BFEC8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E919EE-B426-423B-1D5E-D31EEAD7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246391-73EE-941C-EC98-ABEB77A8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08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E39F1E-97C1-B480-67AD-B54FD9D36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FFAD94-F5F5-DBB8-46BF-4DF365AB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1F9AFD-2AC4-2B89-A667-B2878E85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81F6F8-CAD8-E493-D4E2-0631972E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1B9F16-D5D2-04BD-A1E8-A5E86BDE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80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C5E9536-B629-C645-53DC-4D732A66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F1D369-68C3-93AD-D206-BA1B193A0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498394-6A47-1C54-B829-230C10A38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D3986-AE52-47FE-B58F-D7B017F363D1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684FD6-488D-510A-6FF6-BCB503C19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392FD7-7EBB-DCD9-7397-54984FC3E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F18B9-5272-4880-83E3-21C2A166E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11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CF4E201-129A-6FFD-A358-82CD8EF5A753}"/>
              </a:ext>
            </a:extLst>
          </p:cNvPr>
          <p:cNvSpPr/>
          <p:nvPr/>
        </p:nvSpPr>
        <p:spPr>
          <a:xfrm>
            <a:off x="4235245" y="1512939"/>
            <a:ext cx="3721510" cy="3832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6015E9-2E36-E971-5BBB-435521685EF7}"/>
              </a:ext>
            </a:extLst>
          </p:cNvPr>
          <p:cNvSpPr/>
          <p:nvPr/>
        </p:nvSpPr>
        <p:spPr>
          <a:xfrm>
            <a:off x="5466735" y="3660059"/>
            <a:ext cx="1258529" cy="68211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5F39C9-82A4-F7EB-32A4-5AA427A6C479}"/>
              </a:ext>
            </a:extLst>
          </p:cNvPr>
          <p:cNvSpPr txBox="1"/>
          <p:nvPr/>
        </p:nvSpPr>
        <p:spPr>
          <a:xfrm>
            <a:off x="5466735" y="2364782"/>
            <a:ext cx="1258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355380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6FC041D-769F-2D5B-E931-CD260C122DBB}"/>
              </a:ext>
            </a:extLst>
          </p:cNvPr>
          <p:cNvSpPr/>
          <p:nvPr/>
        </p:nvSpPr>
        <p:spPr>
          <a:xfrm>
            <a:off x="216310" y="796413"/>
            <a:ext cx="11710219" cy="5319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283FFE2-B029-B983-53FE-F8B013203E29}"/>
              </a:ext>
            </a:extLst>
          </p:cNvPr>
          <p:cNvSpPr/>
          <p:nvPr/>
        </p:nvSpPr>
        <p:spPr>
          <a:xfrm>
            <a:off x="5702710" y="233058"/>
            <a:ext cx="2841523" cy="516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07C5BA-251B-5767-D1B7-E3868BBD92F2}"/>
              </a:ext>
            </a:extLst>
          </p:cNvPr>
          <p:cNvSpPr txBox="1"/>
          <p:nvPr/>
        </p:nvSpPr>
        <p:spPr>
          <a:xfrm>
            <a:off x="7518330" y="30725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00:01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2ABAAB-1055-3215-D969-8DF0C64C9F8F}"/>
              </a:ext>
            </a:extLst>
          </p:cNvPr>
          <p:cNvSpPr txBox="1"/>
          <p:nvPr/>
        </p:nvSpPr>
        <p:spPr>
          <a:xfrm>
            <a:off x="206477" y="332757"/>
            <a:ext cx="403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DE VELOCIDADE DE DIGITAÇÃO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BC71BB-D4BA-77E2-4A5C-FD92FF1680D4}"/>
              </a:ext>
            </a:extLst>
          </p:cNvPr>
          <p:cNvSpPr txBox="1"/>
          <p:nvPr/>
        </p:nvSpPr>
        <p:spPr>
          <a:xfrm>
            <a:off x="88490" y="6235487"/>
            <a:ext cx="255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Feito por: Samuel Yasin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A5BE820-8AEB-864B-5172-060814211E71}"/>
              </a:ext>
            </a:extLst>
          </p:cNvPr>
          <p:cNvSpPr/>
          <p:nvPr/>
        </p:nvSpPr>
        <p:spPr>
          <a:xfrm>
            <a:off x="10628671" y="6209989"/>
            <a:ext cx="1297858" cy="321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reset</a:t>
            </a:r>
          </a:p>
        </p:txBody>
      </p:sp>
    </p:spTree>
    <p:extLst>
      <p:ext uri="{BB962C8B-B14F-4D97-AF65-F5344CB8AC3E}">
        <p14:creationId xmlns:p14="http://schemas.microsoft.com/office/powerpoint/2010/main" val="1200110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13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Yasin</dc:creator>
  <cp:lastModifiedBy>Samuel Yasin</cp:lastModifiedBy>
  <cp:revision>1</cp:revision>
  <dcterms:created xsi:type="dcterms:W3CDTF">2026-03-17T17:38:23Z</dcterms:created>
  <dcterms:modified xsi:type="dcterms:W3CDTF">2026-03-17T23:08:14Z</dcterms:modified>
</cp:coreProperties>
</file>